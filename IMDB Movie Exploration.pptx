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explored the IMDB movie database, limited to movies released between 2010 and 2019, using SQL together with pandas. The next slides cover our initial findings, one business question supported by a chart, and the data cleaning tasks we would address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one. The database holds 146,144 movies. We limited the analysis to 2010 to 2019, which excludes 1,063 movies dated after 2019, and left out missing values rather than filling them in. After joining to ratings, 73,856 movies remain. Four findings: genre volume and rating differ sharply, longer movies rate a little higher, ratings average 6.33 but most movies have few votes, and actors and actresses make up the largest credit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two. The question comes straight from the chart. Volume and quality are not related: the busiest genres, Drama and Comedy, are not the best rated, while Documentary and Horror are produced in almost identical numbers but sit 2.4 points apart. A studio choosing where to invest needs to weigh rating against how crowded a genre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three. Each task comes from something we measured: null counts for runtime and genre, years running to 2115, runtimes from 3 to 51,420 minutes, a median of only 49 votes, comma-separated genres that need normalizing, and actor and actress stored as separate categories. Consistent with the assignment, these are listed but not performed.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 audience. The takeaway: what the industry makes most is not what audiences rate best. For a studio that wants to scale, prioritize well-rated genres, differentiate in crowded ones, and add financial data and clean the dataset before going deeper. Finish on the quote about turning data into insight,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SQL Summative Lab · Part 2 · Exploratory Analysis What makes a movie well rated? An exploration of IMDB movies released 2010–2019 using SQL and pandas Moringa School · Data Science 146,144 movies · 8 tables · 3 deliverable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Deliverable 1 · Initial exploration What the data shows 146,144 movies in the database 73,856 rated movies, 2010–2019 1,063 dated after 2019, excluded 49 median votes per movie Genres. Drama (13,803) and Comedy (8,524) lead on volume. Documentary rates highest among large genres at 7.09, Horror lowest at 4.67. Runtime. Median is 91 minutes. Ratings rise from 5.65 (80–100 min) to 6.61 (150+ min), a modest link (r = 0.215). Ratings. Mean 6.33, median 6.5. Most movies have few votes, so ratings were compared only for movies with 100+ votes. Personnel. Actors (256,718) and actresses (146,208) are the largest credit groups, followed by directors and producers. Source: im.db (IMDB) · nulls excluded, nothing imputed 02 / 0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Deliverable 2 · Business question Which genres give a new studio the best chance of a well-rated film, and how should it weigh rating against how crowded a genre is? The pattern. Documentary (3,537 movies) and Horror (3,549) are made in almost equal numbers, yet average 7.09 and 4.67 . The contrast. Drama is the most produced genre but sits near the overall mean at 6.16. Genres with 100+ movies · movies with 100+ votes · 2010–2019 03 / 0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Deliverable 3 · Data cleaning Potential data cleaning tasks Type Issue and proposed task Null handling Drop or flag missing runtimes (21.7%) and genres (3.7%); do not impute Validity Remove start years beyond 2019 (values reach 2115) Outliers Apply a runtime range, e.g. 40–300 min (data spans 3 to 51,420) Reliability Require a minimum vote count, e.g. 100 (median is 49) Normalization Split comma-separated genres into one row per genre Standardization Merge actor and actress; separate self and archive roles Coverage Decide how to treat the half of movies with no rating Duplicates Check repeated titles and primary vs original title Tasks are listed only; none were performed on the data 04 / 0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What a studio should do next Thank you “The goal is to turn data into information, and information into insight.” Carly Fiorina Prioritize Explore well-rated genres first: Documentary, Biography and History. Differentiate In crowded genres like Drama and Comedy, win on story and talent. Scale with data Add budget and revenue data, clean the dataset, then answer the question in depth. Based on IMDB ratings, 2010–2019 · combine with financial analysis before investing 05 / 0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 Movie Exploration</dc:title>
  <dc:subject/>
  <dc:creator/>
  <cp:lastModifiedBy/>
  <cp:revision>1</cp:revision>
  <dcterms:created xsi:type="dcterms:W3CDTF">2026-10-26T09:11:11Z</dcterms:created>
  <dcterms:modified xsi:type="dcterms:W3CDTF">2026-10-26T09:11:11Z</dcterms:modified>
</cp:coreProperties>
</file>